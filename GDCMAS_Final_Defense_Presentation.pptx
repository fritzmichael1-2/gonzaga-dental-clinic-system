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GONZAGA DENTAL CLINIC MANAGEMENT AUTOMATION SYSTEM (GDCMAS)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Business Process Automation Plan for Streamlining Patient Records, Appointment Scheduling, and Dental Clinic Operations at Gonzaga Dental Clinic</a:t>
            </a:r>
          </a:p>
          <a:p/>
          <a:p>
            <a:r>
              <a:t>Amor, Khent Vincent C. | Galve, Fritz Michael G. | Gayem, Vince</a:t>
            </a:r>
          </a:p>
          <a:p>
            <a:r>
              <a:t>Jeruta, John Paul | Perez, Godwin | Simba, Via Marie</a:t>
            </a:r>
          </a:p>
          <a:p>
            <a:r>
              <a:t>Suasin, Ela | Tamba, Mon Wilbert</a:t>
            </a:r>
          </a:p>
          <a:p/>
          <a:p>
            <a:r>
              <a:t>PHINMA University of Iloilo</a:t>
            </a:r>
          </a:p>
          <a:p>
            <a:r>
              <a:t>College of Information Technology Education</a:t>
            </a:r>
          </a:p>
          <a:p>
            <a: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Gonzaga Dental Clinic currently uses a paper-based system:</a:t>
            </a:r>
          </a:p>
          <a:p>
            <a:pPr lvl="1"/>
            <a:r>
              <a:t>• Patient records stored in physical envelopes, binders, and cabinets</a:t>
            </a:r>
          </a:p>
          <a:p>
            <a:pPr lvl="1"/>
            <a:r>
              <a:t>• Appointment information maintained in a logbook</a:t>
            </a:r>
          </a:p>
          <a:p>
            <a:pPr lvl="1"/>
            <a:r>
              <a:t>• Treatment updates recorded on index cards</a:t>
            </a:r>
          </a:p>
          <a:p>
            <a:pPr lvl="1"/>
            <a:r>
              <a:t>• Records not accessible between branches (Main &amp; Second Branch)</a:t>
            </a:r>
          </a:p>
          <a:p>
            <a:pPr lvl="1"/>
            <a:r>
              <a:t>• No backup system for physical records</a:t>
            </a:r>
          </a:p>
          <a:p>
            <a:pPr lvl="1"/>
            <a:r>
              <a:t>• Risk of duplicate patient records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Process (As-Is)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Patient Registration - Fill out paper intake forms and consent</a:t>
            </a:r>
          </a:p>
          <a:p>
            <a:pPr lvl="1"/>
            <a:r>
              <a:t>2. Record Storage - Documents placed in labeled envelopes</a:t>
            </a:r>
          </a:p>
          <a:p>
            <a:pPr lvl="1"/>
            <a:r>
              <a:t>3. Consultation - Dentist reviews patient history from physical files</a:t>
            </a:r>
          </a:p>
          <a:p>
            <a:pPr lvl="1"/>
            <a:r>
              <a:t>4. Treatment Recording - Updates written on index cards</a:t>
            </a:r>
          </a:p>
          <a:p>
            <a:pPr lvl="1"/>
            <a:r>
              <a:t>5. Appointment Booking - Recorded manually in a logbook</a:t>
            </a:r>
          </a:p>
          <a:p>
            <a:pPr lvl="1"/>
            <a:r>
              <a:t>6. Inter-Branch Coordination - Through text/messages or sharing photos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Problems Identified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Fragmented Records - Scattered across physical storage</a:t>
            </a:r>
          </a:p>
          <a:p>
            <a:pPr lvl="1"/>
            <a:r>
              <a:t>• Limited Accessibility - Cannot access records instantly between branches</a:t>
            </a:r>
          </a:p>
          <a:p>
            <a:pPr lvl="1"/>
            <a:r>
              <a:t>• Manual Tracking - Time-consuming search for records</a:t>
            </a:r>
          </a:p>
          <a:p>
            <a:pPr lvl="1"/>
            <a:r>
              <a:t>• Scheduling Conflicts - Risk of double-booking</a:t>
            </a:r>
          </a:p>
          <a:p>
            <a:pPr lvl="1"/>
            <a:r>
              <a:t>• No Data Backup - Records vulnerable to loss or damage</a:t>
            </a:r>
          </a:p>
          <a:p>
            <a:pPr lvl="1"/>
            <a:r>
              <a:t>• Duplicate Records - Created when existing files cannot be located</a:t>
            </a:r>
          </a:p>
          <a:p>
            <a:pPr lvl="1"/>
            <a:r>
              <a:t>• Lack of Accountability - No audit trail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GDCMAS - Gonzaga Dental Clinic Management Automation System</a:t>
            </a:r>
          </a:p>
          <a:p>
            <a:pPr lvl="1"/>
            <a:r>
              <a:t>A centralized, web-based system that digitizes:</a:t>
            </a:r>
          </a:p>
          <a:p>
            <a:pPr lvl="2"/>
            <a:r>
              <a:t>• Patient Records Management - Centralized digital profiles</a:t>
            </a:r>
          </a:p>
          <a:p>
            <a:pPr lvl="2"/>
            <a:r>
              <a:t>• Treatment History Tracking - Digital dental chart with FDI notation</a:t>
            </a:r>
          </a:p>
          <a:p>
            <a:pPr lvl="2"/>
            <a:r>
              <a:t>• Appointment Scheduling - Automated slot generation</a:t>
            </a:r>
          </a:p>
          <a:p>
            <a:pPr lvl="2"/>
            <a:r>
              <a:t>• Consent Documentation - Digital versioned consent forms</a:t>
            </a:r>
          </a:p>
          <a:p>
            <a:pPr lvl="2"/>
            <a:r>
              <a:t>• Inter-Branch Access - Unified records across both branches</a:t>
            </a:r>
          </a:p>
          <a:p>
            <a:pPr lvl="2"/>
            <a:r>
              <a:t>• Role-Based Access Control - Secure, authorized access</a:t>
            </a:r>
          </a:p>
          <a:p>
            <a:pPr lvl="2"/>
            <a:r>
              <a:t>• Public Booking Portal - Online appointment requests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Future-State Process (To-Be)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Patient Registration/Retrieval → Search or register in centralized system</a:t>
            </a:r>
          </a:p>
          <a:p>
            <a:pPr lvl="1"/>
            <a:r>
              <a:t>2. Appointment Booking → Schedule with automatic availability checking</a:t>
            </a:r>
          </a:p>
          <a:p>
            <a:pPr lvl="1"/>
            <a:r>
              <a:t>3. Consultation &amp; Treatment → Access digital records, update via digital tooth chart</a:t>
            </a:r>
          </a:p>
          <a:p>
            <a:pPr lvl="1"/>
            <a:r>
              <a:t>4. Record Management → All data automatically stored and synced</a:t>
            </a:r>
          </a:p>
          <a:p>
            <a:pPr lvl="1"/>
            <a:r>
              <a:t>5. Consent Documentation → Digital consent captured with audit trail</a:t>
            </a:r>
          </a:p>
          <a:p>
            <a:pPr lvl="1"/>
            <a:r>
              <a:t>6. Reporting &amp; Monitoring → Real-time overview of appointments</a:t>
            </a:r>
          </a:p>
          <a:p>
            <a:pPr lvl="1"/>
            <a:r>
              <a:t>Key Improvement: Standardized, automated, and centralized process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Centralization - Single source of truth across both branches</a:t>
            </a:r>
          </a:p>
          <a:p>
            <a:pPr lvl="1"/>
            <a:r>
              <a:t>• Accessibility - Instant access to patient records</a:t>
            </a:r>
          </a:p>
          <a:p>
            <a:pPr lvl="1"/>
            <a:r>
              <a:t>• Efficiency - Faster retrieval, automated scheduling</a:t>
            </a:r>
          </a:p>
          <a:p>
            <a:pPr lvl="1"/>
            <a:r>
              <a:t>• Accountability - Complete audit trail</a:t>
            </a:r>
          </a:p>
          <a:p>
            <a:pPr lvl="1"/>
            <a:r>
              <a:t>• Data Security - Multi-layered security with RLS</a:t>
            </a:r>
          </a:p>
          <a:p>
            <a:pPr lvl="1"/>
            <a:r>
              <a:t>• Accuracy - Duplicate detection prevents fragmented histories</a:t>
            </a:r>
          </a:p>
          <a:p>
            <a:pPr lvl="1"/>
            <a:r>
              <a:t>• Convenience - Public booking portal for patients</a:t>
            </a:r>
          </a:p>
          <a:p>
            <a:pPr lvl="1"/>
            <a:r>
              <a:t>• Data Integrity - Structured, validated records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Technology Stack:</a:t>
            </a:r>
          </a:p>
          <a:p>
            <a:pPr lvl="2"/>
            <a:r>
              <a:t>• Frontend: Next.js 16, React 19, TypeScript, Tailwind CSS 4</a:t>
            </a:r>
          </a:p>
          <a:p>
            <a:pPr lvl="2"/>
            <a:r>
              <a:t>• Backend/Database: Supabase (PostgreSQL, Auth, RLS)</a:t>
            </a:r>
          </a:p>
          <a:p>
            <a:pPr lvl="2"/>
            <a:r>
              <a:t>• Validation: Zod</a:t>
            </a:r>
          </a:p>
          <a:p>
            <a:pPr lvl="1"/>
            <a:r>
              <a:t>Security Measures (3-Layer Protection):</a:t>
            </a:r>
          </a:p>
          <a:p>
            <a:pPr lvl="2"/>
            <a:r>
              <a:t>1. Proxy Layer - Initial session check</a:t>
            </a:r>
          </a:p>
          <a:p>
            <a:pPr lvl="2"/>
            <a:r>
              <a:t>2. Server Layer - Database-validated session &amp; role checking</a:t>
            </a:r>
          </a:p>
          <a:p>
            <a:pPr lvl="2"/>
            <a:r>
              <a:t>3. Database Layer (RLS) - Row Level Security as real boundary</a:t>
            </a:r>
          </a:p>
          <a:p>
            <a:pPr lvl="1"/>
            <a:r>
              <a:t>User Roles: Dentist | Secretary | Administrator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Process Standardization: The issue is lack of standardized, centralized process</a:t>
            </a:r>
          </a:p>
          <a:p>
            <a:pPr lvl="1"/>
            <a:r>
              <a:t>• Business Process Automation: Standardize first, then automate with technology</a:t>
            </a:r>
          </a:p>
          <a:p>
            <a:pPr lvl="1"/>
            <a:r>
              <a:t>• Improved Operations: Enhances efficiency, accessibility, security, and accountability</a:t>
            </a:r>
          </a:p>
          <a:p>
            <a:pPr lvl="1"/>
            <a:r>
              <a:t>• Better Patient Care: Enables continuity of care across both branches</a:t>
            </a:r>
          </a:p>
          <a:p>
            <a:pPr lvl="1"/>
            <a:r>
              <a:t>• Ready for Implementation: Solid foundation for digital transformation</a:t>
            </a:r>
          </a:p>
          <a:p>
            <a:pPr lvl="1"/>
            <a:r>
              <a:t>"Business Process Automation allows the organization to standardize the process first and then use technology to support and automate it."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 and Answers</a:t>
            </a:r>
          </a:p>
          <a:p/>
          <a:p>
            <a:r>
              <a:t>Gonzaga Dental Clinic Management Automation System (GDCMAS)</a:t>
            </a:r>
          </a:p>
          <a:p/>
          <a:p>
            <a:r>
              <a:t>PHINMA University of Iloilo</a:t>
            </a:r>
          </a:p>
          <a:p>
            <a:r>
              <a:t>College of Information Technology Education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